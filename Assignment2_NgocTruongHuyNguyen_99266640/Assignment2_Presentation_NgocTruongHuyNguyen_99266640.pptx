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57" r:id="rId4"/>
    <p:sldId id="258" r:id="rId5"/>
    <p:sldId id="259" r:id="rId6"/>
    <p:sldId id="261" r:id="rId7"/>
    <p:sldId id="262" r:id="rId8"/>
    <p:sldId id="263" r:id="rId9"/>
    <p:sldId id="260" r:id="rId10"/>
    <p:sldId id="264" r:id="rId11"/>
    <p:sldId id="265" r:id="rId12"/>
    <p:sldId id="266" r:id="rId13"/>
    <p:sldId id="269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CF2B42-A676-4510-8129-35A718E0FC49}" v="23" dt="2025-04-02T08:35:13.383"/>
    <p1510:client id="{A3E6E125-F827-4D30-AAEA-CE9A191A9460}" v="1" dt="2025-04-02T08:52:42.4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y Nguyen [ngn0047]" userId="2c2f007d-a2da-4e17-9781-c2e2b562eb20" providerId="ADAL" clId="{19E484A7-AB6B-42B3-9611-54CEAD3E25F8}"/>
    <pc:docChg chg="custSel addSld modSld">
      <pc:chgData name="Huy Nguyen [ngn0047]" userId="2c2f007d-a2da-4e17-9781-c2e2b562eb20" providerId="ADAL" clId="{19E484A7-AB6B-42B3-9611-54CEAD3E25F8}" dt="2025-03-31T21:55:35.892" v="86" actId="20577"/>
      <pc:docMkLst>
        <pc:docMk/>
      </pc:docMkLst>
      <pc:sldChg chg="addSp delSp modSp mod">
        <pc:chgData name="Huy Nguyen [ngn0047]" userId="2c2f007d-a2da-4e17-9781-c2e2b562eb20" providerId="ADAL" clId="{19E484A7-AB6B-42B3-9611-54CEAD3E25F8}" dt="2025-03-31T21:50:01.616" v="18" actId="1076"/>
        <pc:sldMkLst>
          <pc:docMk/>
          <pc:sldMk cId="1985172928" sldId="267"/>
        </pc:sldMkLst>
        <pc:spChg chg="mod">
          <ac:chgData name="Huy Nguyen [ngn0047]" userId="2c2f007d-a2da-4e17-9781-c2e2b562eb20" providerId="ADAL" clId="{19E484A7-AB6B-42B3-9611-54CEAD3E25F8}" dt="2025-03-31T21:49:41.398" v="13" actId="1076"/>
          <ac:spMkLst>
            <pc:docMk/>
            <pc:sldMk cId="1985172928" sldId="267"/>
            <ac:spMk id="2" creationId="{C2B449F1-59AB-A02D-A5B7-24BA6DDE2276}"/>
          </ac:spMkLst>
        </pc:spChg>
        <pc:picChg chg="add mod">
          <ac:chgData name="Huy Nguyen [ngn0047]" userId="2c2f007d-a2da-4e17-9781-c2e2b562eb20" providerId="ADAL" clId="{19E484A7-AB6B-42B3-9611-54CEAD3E25F8}" dt="2025-03-31T21:50:01.616" v="18" actId="1076"/>
          <ac:picMkLst>
            <pc:docMk/>
            <pc:sldMk cId="1985172928" sldId="267"/>
            <ac:picMk id="10" creationId="{074D65EB-A6E3-552A-F06B-55717CE956F1}"/>
          </ac:picMkLst>
        </pc:picChg>
      </pc:sldChg>
      <pc:sldChg chg="addSp delSp modSp new mod setBg">
        <pc:chgData name="Huy Nguyen [ngn0047]" userId="2c2f007d-a2da-4e17-9781-c2e2b562eb20" providerId="ADAL" clId="{19E484A7-AB6B-42B3-9611-54CEAD3E25F8}" dt="2025-03-31T21:55:35.892" v="86" actId="20577"/>
        <pc:sldMkLst>
          <pc:docMk/>
          <pc:sldMk cId="1555960765" sldId="270"/>
        </pc:sldMkLst>
        <pc:spChg chg="mod">
          <ac:chgData name="Huy Nguyen [ngn0047]" userId="2c2f007d-a2da-4e17-9781-c2e2b562eb20" providerId="ADAL" clId="{19E484A7-AB6B-42B3-9611-54CEAD3E25F8}" dt="2025-03-31T21:55:35.892" v="86" actId="20577"/>
          <ac:spMkLst>
            <pc:docMk/>
            <pc:sldMk cId="1555960765" sldId="270"/>
            <ac:spMk id="2" creationId="{2BEBC399-0747-FD9E-BE50-A88089F41570}"/>
          </ac:spMkLst>
        </pc:spChg>
        <pc:spChg chg="add">
          <ac:chgData name="Huy Nguyen [ngn0047]" userId="2c2f007d-a2da-4e17-9781-c2e2b562eb20" providerId="ADAL" clId="{19E484A7-AB6B-42B3-9611-54CEAD3E25F8}" dt="2025-03-31T21:55:31.391" v="85" actId="26606"/>
          <ac:spMkLst>
            <pc:docMk/>
            <pc:sldMk cId="1555960765" sldId="270"/>
            <ac:spMk id="33" creationId="{2550AE69-AC86-4188-83E5-A856C4F1DCFF}"/>
          </ac:spMkLst>
        </pc:spChg>
        <pc:spChg chg="add">
          <ac:chgData name="Huy Nguyen [ngn0047]" userId="2c2f007d-a2da-4e17-9781-c2e2b562eb20" providerId="ADAL" clId="{19E484A7-AB6B-42B3-9611-54CEAD3E25F8}" dt="2025-03-31T21:55:31.391" v="85" actId="26606"/>
          <ac:spMkLst>
            <pc:docMk/>
            <pc:sldMk cId="1555960765" sldId="270"/>
            <ac:spMk id="35" creationId="{EC4CA156-2C9D-4F0C-B229-88D8B5E17BCF}"/>
          </ac:spMkLst>
        </pc:spChg>
        <pc:spChg chg="add">
          <ac:chgData name="Huy Nguyen [ngn0047]" userId="2c2f007d-a2da-4e17-9781-c2e2b562eb20" providerId="ADAL" clId="{19E484A7-AB6B-42B3-9611-54CEAD3E25F8}" dt="2025-03-31T21:55:31.391" v="85" actId="26606"/>
          <ac:spMkLst>
            <pc:docMk/>
            <pc:sldMk cId="1555960765" sldId="270"/>
            <ac:spMk id="37" creationId="{D7361ED3-EBE5-4EFC-8DA3-D0CE4BF2F4B1}"/>
          </ac:spMkLst>
        </pc:spChg>
        <pc:spChg chg="add">
          <ac:chgData name="Huy Nguyen [ngn0047]" userId="2c2f007d-a2da-4e17-9781-c2e2b562eb20" providerId="ADAL" clId="{19E484A7-AB6B-42B3-9611-54CEAD3E25F8}" dt="2025-03-31T21:55:31.391" v="85" actId="26606"/>
          <ac:spMkLst>
            <pc:docMk/>
            <pc:sldMk cId="1555960765" sldId="270"/>
            <ac:spMk id="43" creationId="{0E2D3DCD-4716-40AA-90C0-6F2F9F116CF3}"/>
          </ac:spMkLst>
        </pc:spChg>
        <pc:spChg chg="add">
          <ac:chgData name="Huy Nguyen [ngn0047]" userId="2c2f007d-a2da-4e17-9781-c2e2b562eb20" providerId="ADAL" clId="{19E484A7-AB6B-42B3-9611-54CEAD3E25F8}" dt="2025-03-31T21:55:31.391" v="85" actId="26606"/>
          <ac:spMkLst>
            <pc:docMk/>
            <pc:sldMk cId="1555960765" sldId="270"/>
            <ac:spMk id="45" creationId="{037BACED-9574-4AAE-9D04-5100308350B6}"/>
          </ac:spMkLst>
        </pc:spChg>
        <pc:picChg chg="add">
          <ac:chgData name="Huy Nguyen [ngn0047]" userId="2c2f007d-a2da-4e17-9781-c2e2b562eb20" providerId="ADAL" clId="{19E484A7-AB6B-42B3-9611-54CEAD3E25F8}" dt="2025-03-31T21:55:31.391" v="85" actId="26606"/>
          <ac:picMkLst>
            <pc:docMk/>
            <pc:sldMk cId="1555960765" sldId="270"/>
            <ac:picMk id="29" creationId="{6E7A8DB1-021E-8FA8-A611-A97495B6766E}"/>
          </ac:picMkLst>
        </pc:picChg>
      </pc:sldChg>
    </pc:docChg>
  </pc:docChgLst>
  <pc:docChgLst>
    <pc:chgData name="Huy Nguyen [ngn0047]" userId="2c2f007d-a2da-4e17-9781-c2e2b562eb20" providerId="ADAL" clId="{A3E6E125-F827-4D30-AAEA-CE9A191A9460}"/>
    <pc:docChg chg="custSel modSld">
      <pc:chgData name="Huy Nguyen [ngn0047]" userId="2c2f007d-a2da-4e17-9781-c2e2b562eb20" providerId="ADAL" clId="{A3E6E125-F827-4D30-AAEA-CE9A191A9460}" dt="2025-04-02T08:52:51.357" v="6" actId="1076"/>
      <pc:docMkLst>
        <pc:docMk/>
      </pc:docMkLst>
      <pc:sldChg chg="addSp delSp modSp mod">
        <pc:chgData name="Huy Nguyen [ngn0047]" userId="2c2f007d-a2da-4e17-9781-c2e2b562eb20" providerId="ADAL" clId="{A3E6E125-F827-4D30-AAEA-CE9A191A9460}" dt="2025-04-02T08:52:51.357" v="6" actId="1076"/>
        <pc:sldMkLst>
          <pc:docMk/>
          <pc:sldMk cId="2740740818" sldId="268"/>
        </pc:sldMkLst>
        <pc:spChg chg="add del mod">
          <ac:chgData name="Huy Nguyen [ngn0047]" userId="2c2f007d-a2da-4e17-9781-c2e2b562eb20" providerId="ADAL" clId="{A3E6E125-F827-4D30-AAEA-CE9A191A9460}" dt="2025-04-02T08:52:42.496" v="1"/>
          <ac:spMkLst>
            <pc:docMk/>
            <pc:sldMk cId="2740740818" sldId="268"/>
            <ac:spMk id="4" creationId="{20E3AC6A-8966-CA16-7BD7-22EB40063104}"/>
          </ac:spMkLst>
        </pc:spChg>
        <pc:picChg chg="del">
          <ac:chgData name="Huy Nguyen [ngn0047]" userId="2c2f007d-a2da-4e17-9781-c2e2b562eb20" providerId="ADAL" clId="{A3E6E125-F827-4D30-AAEA-CE9A191A9460}" dt="2025-04-02T08:52:18.130" v="0" actId="478"/>
          <ac:picMkLst>
            <pc:docMk/>
            <pc:sldMk cId="2740740818" sldId="268"/>
            <ac:picMk id="5" creationId="{918A1345-1C6A-A4CE-7953-3BB9236F2EBC}"/>
          </ac:picMkLst>
        </pc:picChg>
        <pc:picChg chg="add mod">
          <ac:chgData name="Huy Nguyen [ngn0047]" userId="2c2f007d-a2da-4e17-9781-c2e2b562eb20" providerId="ADAL" clId="{A3E6E125-F827-4D30-AAEA-CE9A191A9460}" dt="2025-04-02T08:52:51.357" v="6" actId="1076"/>
          <ac:picMkLst>
            <pc:docMk/>
            <pc:sldMk cId="2740740818" sldId="268"/>
            <ac:picMk id="6" creationId="{D3494463-4DD9-D276-6934-EF7654FA39ED}"/>
          </ac:picMkLst>
        </pc:picChg>
      </pc:sldChg>
    </pc:docChg>
  </pc:docChgLst>
  <pc:docChgLst>
    <pc:chgData name="Huy Nguyen [ngn0047]" userId="2c2f007d-a2da-4e17-9781-c2e2b562eb20" providerId="ADAL" clId="{71CF2B42-A676-4510-8129-35A718E0FC49}"/>
    <pc:docChg chg="undo custSel addSld delSld modSld sldOrd">
      <pc:chgData name="Huy Nguyen [ngn0047]" userId="2c2f007d-a2da-4e17-9781-c2e2b562eb20" providerId="ADAL" clId="{71CF2B42-A676-4510-8129-35A718E0FC49}" dt="2025-04-02T08:35:19.397" v="146" actId="1076"/>
      <pc:docMkLst>
        <pc:docMk/>
      </pc:docMkLst>
      <pc:sldChg chg="modSp mod">
        <pc:chgData name="Huy Nguyen [ngn0047]" userId="2c2f007d-a2da-4e17-9781-c2e2b562eb20" providerId="ADAL" clId="{71CF2B42-A676-4510-8129-35A718E0FC49}" dt="2025-03-31T08:21:53" v="65" actId="255"/>
        <pc:sldMkLst>
          <pc:docMk/>
          <pc:sldMk cId="3060020240" sldId="256"/>
        </pc:sldMkLst>
        <pc:spChg chg="mod">
          <ac:chgData name="Huy Nguyen [ngn0047]" userId="2c2f007d-a2da-4e17-9781-c2e2b562eb20" providerId="ADAL" clId="{71CF2B42-A676-4510-8129-35A718E0FC49}" dt="2025-03-31T08:21:43.116" v="64" actId="255"/>
          <ac:spMkLst>
            <pc:docMk/>
            <pc:sldMk cId="3060020240" sldId="256"/>
            <ac:spMk id="2" creationId="{BAB5C08D-15B5-21B1-8223-A64FED5AECB8}"/>
          </ac:spMkLst>
        </pc:spChg>
        <pc:spChg chg="mod">
          <ac:chgData name="Huy Nguyen [ngn0047]" userId="2c2f007d-a2da-4e17-9781-c2e2b562eb20" providerId="ADAL" clId="{71CF2B42-A676-4510-8129-35A718E0FC49}" dt="2025-03-31T08:21:53" v="65" actId="255"/>
          <ac:spMkLst>
            <pc:docMk/>
            <pc:sldMk cId="3060020240" sldId="256"/>
            <ac:spMk id="3" creationId="{B2CFF316-4CB5-6D5F-C2E2-6FDA79EDC4C6}"/>
          </ac:spMkLst>
        </pc:spChg>
      </pc:sldChg>
      <pc:sldChg chg="addSp delSp modSp add mod ord">
        <pc:chgData name="Huy Nguyen [ngn0047]" userId="2c2f007d-a2da-4e17-9781-c2e2b562eb20" providerId="ADAL" clId="{71CF2B42-A676-4510-8129-35A718E0FC49}" dt="2025-03-31T08:22:23.406" v="100" actId="5793"/>
        <pc:sldMkLst>
          <pc:docMk/>
          <pc:sldMk cId="1985172928" sldId="267"/>
        </pc:sldMkLst>
        <pc:spChg chg="mod">
          <ac:chgData name="Huy Nguyen [ngn0047]" userId="2c2f007d-a2da-4e17-9781-c2e2b562eb20" providerId="ADAL" clId="{71CF2B42-A676-4510-8129-35A718E0FC49}" dt="2025-03-31T08:22:23.406" v="100" actId="5793"/>
          <ac:spMkLst>
            <pc:docMk/>
            <pc:sldMk cId="1985172928" sldId="267"/>
            <ac:spMk id="2" creationId="{C2B449F1-59AB-A02D-A5B7-24BA6DDE2276}"/>
          </ac:spMkLst>
        </pc:spChg>
      </pc:sldChg>
      <pc:sldChg chg="add del">
        <pc:chgData name="Huy Nguyen [ngn0047]" userId="2c2f007d-a2da-4e17-9781-c2e2b562eb20" providerId="ADAL" clId="{71CF2B42-A676-4510-8129-35A718E0FC49}" dt="2025-03-31T08:22:36.540" v="104"/>
        <pc:sldMkLst>
          <pc:docMk/>
          <pc:sldMk cId="1107284338" sldId="268"/>
        </pc:sldMkLst>
      </pc:sldChg>
      <pc:sldChg chg="new del">
        <pc:chgData name="Huy Nguyen [ngn0047]" userId="2c2f007d-a2da-4e17-9781-c2e2b562eb20" providerId="ADAL" clId="{71CF2B42-A676-4510-8129-35A718E0FC49}" dt="2025-03-31T08:22:33.601" v="102" actId="47"/>
        <pc:sldMkLst>
          <pc:docMk/>
          <pc:sldMk cId="1334144920" sldId="268"/>
        </pc:sldMkLst>
      </pc:sldChg>
      <pc:sldChg chg="addSp delSp modSp add mod">
        <pc:chgData name="Huy Nguyen [ngn0047]" userId="2c2f007d-a2da-4e17-9781-c2e2b562eb20" providerId="ADAL" clId="{71CF2B42-A676-4510-8129-35A718E0FC49}" dt="2025-04-02T08:35:19.397" v="146" actId="1076"/>
        <pc:sldMkLst>
          <pc:docMk/>
          <pc:sldMk cId="2740740818" sldId="268"/>
        </pc:sldMkLst>
        <pc:spChg chg="mod">
          <ac:chgData name="Huy Nguyen [ngn0047]" userId="2c2f007d-a2da-4e17-9781-c2e2b562eb20" providerId="ADAL" clId="{71CF2B42-A676-4510-8129-35A718E0FC49}" dt="2025-03-31T08:23:13.678" v="120" actId="20577"/>
          <ac:spMkLst>
            <pc:docMk/>
            <pc:sldMk cId="2740740818" sldId="268"/>
            <ac:spMk id="2" creationId="{954B13F9-CE44-C078-4BEC-04BF764F6045}"/>
          </ac:spMkLst>
        </pc:spChg>
        <pc:spChg chg="add del mod">
          <ac:chgData name="Huy Nguyen [ngn0047]" userId="2c2f007d-a2da-4e17-9781-c2e2b562eb20" providerId="ADAL" clId="{71CF2B42-A676-4510-8129-35A718E0FC49}" dt="2025-04-02T08:35:13.383" v="143"/>
          <ac:spMkLst>
            <pc:docMk/>
            <pc:sldMk cId="2740740818" sldId="268"/>
            <ac:spMk id="4" creationId="{DDE5685A-DE90-A9A4-8542-E8E4ADD640A2}"/>
          </ac:spMkLst>
        </pc:spChg>
        <pc:graphicFrameChg chg="add mod modGraphic">
          <ac:chgData name="Huy Nguyen [ngn0047]" userId="2c2f007d-a2da-4e17-9781-c2e2b562eb20" providerId="ADAL" clId="{71CF2B42-A676-4510-8129-35A718E0FC49}" dt="2025-04-02T08:35:07.830" v="142"/>
          <ac:graphicFrameMkLst>
            <pc:docMk/>
            <pc:sldMk cId="2740740818" sldId="268"/>
            <ac:graphicFrameMk id="3" creationId="{30F6DF34-B74C-509B-F14D-51622B5E38AF}"/>
          </ac:graphicFrameMkLst>
        </pc:graphicFrameChg>
        <pc:picChg chg="add mod">
          <ac:chgData name="Huy Nguyen [ngn0047]" userId="2c2f007d-a2da-4e17-9781-c2e2b562eb20" providerId="ADAL" clId="{71CF2B42-A676-4510-8129-35A718E0FC49}" dt="2025-04-02T08:35:19.397" v="146" actId="1076"/>
          <ac:picMkLst>
            <pc:docMk/>
            <pc:sldMk cId="2740740818" sldId="268"/>
            <ac:picMk id="5" creationId="{918A1345-1C6A-A4CE-7953-3BB9236F2EBC}"/>
          </ac:picMkLst>
        </pc:picChg>
      </pc:sldChg>
      <pc:sldChg chg="add del">
        <pc:chgData name="Huy Nguyen [ngn0047]" userId="2c2f007d-a2da-4e17-9781-c2e2b562eb20" providerId="ADAL" clId="{71CF2B42-A676-4510-8129-35A718E0FC49}" dt="2025-03-31T08:22:36.540" v="104"/>
        <pc:sldMkLst>
          <pc:docMk/>
          <pc:sldMk cId="849195862" sldId="269"/>
        </pc:sldMkLst>
      </pc:sldChg>
      <pc:sldChg chg="addSp delSp modSp add mod">
        <pc:chgData name="Huy Nguyen [ngn0047]" userId="2c2f007d-a2da-4e17-9781-c2e2b562eb20" providerId="ADAL" clId="{71CF2B42-A676-4510-8129-35A718E0FC49}" dt="2025-03-31T21:52:38.916" v="138" actId="1076"/>
        <pc:sldMkLst>
          <pc:docMk/>
          <pc:sldMk cId="1234895222" sldId="269"/>
        </pc:sldMkLst>
        <pc:spChg chg="mod">
          <ac:chgData name="Huy Nguyen [ngn0047]" userId="2c2f007d-a2da-4e17-9781-c2e2b562eb20" providerId="ADAL" clId="{71CF2B42-A676-4510-8129-35A718E0FC49}" dt="2025-03-31T21:51:45.702" v="133" actId="20577"/>
          <ac:spMkLst>
            <pc:docMk/>
            <pc:sldMk cId="1234895222" sldId="269"/>
            <ac:spMk id="2" creationId="{89E3B50F-25F8-C43F-4F91-05DD76733006}"/>
          </ac:spMkLst>
        </pc:spChg>
        <pc:picChg chg="add mod">
          <ac:chgData name="Huy Nguyen [ngn0047]" userId="2c2f007d-a2da-4e17-9781-c2e2b562eb20" providerId="ADAL" clId="{71CF2B42-A676-4510-8129-35A718E0FC49}" dt="2025-03-31T21:52:38.916" v="138" actId="1076"/>
          <ac:picMkLst>
            <pc:docMk/>
            <pc:sldMk cId="1234895222" sldId="269"/>
            <ac:picMk id="7" creationId="{54EA1A6D-90A5-40EA-B8FF-7427F6BAF301}"/>
          </ac:picMkLst>
        </pc:picChg>
      </pc:sldChg>
      <pc:sldChg chg="add del">
        <pc:chgData name="Huy Nguyen [ngn0047]" userId="2c2f007d-a2da-4e17-9781-c2e2b562eb20" providerId="ADAL" clId="{71CF2B42-A676-4510-8129-35A718E0FC49}" dt="2025-03-31T08:22:36.540" v="104"/>
        <pc:sldMkLst>
          <pc:docMk/>
          <pc:sldMk cId="1755763299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EFC1-FC1C-48B6-9B16-F7795EDF8B10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8C768B5-CC94-4FF0-95F9-B6B6AFB4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52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EFC1-FC1C-48B6-9B16-F7795EDF8B10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68B5-CC94-4FF0-95F9-B6B6AFB4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69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83AEFC1-FC1C-48B6-9B16-F7795EDF8B10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8C768B5-CC94-4FF0-95F9-B6B6AFB4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78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EFC1-FC1C-48B6-9B16-F7795EDF8B10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68B5-CC94-4FF0-95F9-B6B6AFB4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48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EFC1-FC1C-48B6-9B16-F7795EDF8B10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68B5-CC94-4FF0-95F9-B6B6AFB4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0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EFC1-FC1C-48B6-9B16-F7795EDF8B10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68B5-CC94-4FF0-95F9-B6B6AFB4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92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EFC1-FC1C-48B6-9B16-F7795EDF8B10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68B5-CC94-4FF0-95F9-B6B6AFB4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49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EFC1-FC1C-48B6-9B16-F7795EDF8B10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68B5-CC94-4FF0-95F9-B6B6AFB4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13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EFC1-FC1C-48B6-9B16-F7795EDF8B10}" type="datetimeFigureOut">
              <a:rPr lang="en-US" smtClean="0"/>
              <a:t>4/2/2025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68B5-CC94-4FF0-95F9-B6B6AFB4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694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EFC1-FC1C-48B6-9B16-F7795EDF8B10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68B5-CC94-4FF0-95F9-B6B6AFB4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63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AEFC1-FC1C-48B6-9B16-F7795EDF8B10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768B5-CC94-4FF0-95F9-B6B6AFB4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5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83AEFC1-FC1C-48B6-9B16-F7795EDF8B10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8C768B5-CC94-4FF0-95F9-B6B6AFB496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91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5C08D-15B5-21B1-8223-A64FED5AE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/>
              <a:t>Assignment 2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CFF316-4CB5-6D5F-C2E2-6FDA79EDC4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Ngoc Truong Huy Nguyen</a:t>
            </a:r>
          </a:p>
          <a:p>
            <a:r>
              <a:rPr lang="en-US" sz="2000"/>
              <a:t>99266640</a:t>
            </a:r>
          </a:p>
        </p:txBody>
      </p:sp>
    </p:spTree>
    <p:extLst>
      <p:ext uri="{BB962C8B-B14F-4D97-AF65-F5344CB8AC3E}">
        <p14:creationId xmlns:p14="http://schemas.microsoft.com/office/powerpoint/2010/main" val="3060020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6A2E8-91E8-F0C9-75E4-C6374F99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449F1-59AB-A02D-A5B7-24BA6DDE2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390812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 err="1"/>
              <a:t>Uml</a:t>
            </a:r>
            <a:r>
              <a:rPr lang="en-US" sz="4400"/>
              <a:t> Class diagram</a:t>
            </a:r>
          </a:p>
        </p:txBody>
      </p:sp>
      <p:pic>
        <p:nvPicPr>
          <p:cNvPr id="10" name="Content Placeholder 9" descr="A diagram of a computer&#10;&#10;AI-generated content may be incorrect.">
            <a:extLst>
              <a:ext uri="{FF2B5EF4-FFF2-40B4-BE49-F238E27FC236}">
                <a16:creationId xmlns:a16="http://schemas.microsoft.com/office/drawing/2014/main" id="{074D65EB-A6E3-552A-F06B-55717CE95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455" y="844950"/>
            <a:ext cx="5213154" cy="5690266"/>
          </a:xfrm>
        </p:spPr>
      </p:pic>
    </p:spTree>
    <p:extLst>
      <p:ext uri="{BB962C8B-B14F-4D97-AF65-F5344CB8AC3E}">
        <p14:creationId xmlns:p14="http://schemas.microsoft.com/office/powerpoint/2010/main" val="198517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47D1-7667-1693-92C7-DD0782253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/>
              <a:t>Test game holds levels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CC5DC1-A763-F78A-E6F2-9ADE78BB9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97" y="1386840"/>
            <a:ext cx="5058657" cy="2548346"/>
          </a:xfrm>
        </p:spPr>
      </p:pic>
    </p:spTree>
    <p:extLst>
      <p:ext uri="{BB962C8B-B14F-4D97-AF65-F5344CB8AC3E}">
        <p14:creationId xmlns:p14="http://schemas.microsoft.com/office/powerpoint/2010/main" val="3233187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3F45E-8E72-B52C-3B6E-47978BE0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4FE13-AB42-A8E0-81B3-A21BCCC0A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/>
              <a:t>Test Levels holds Goals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BA06C6-2005-A9DF-E5F1-86A7FC1DA6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98" y="1440179"/>
            <a:ext cx="4238898" cy="2119449"/>
          </a:xfrm>
        </p:spPr>
      </p:pic>
    </p:spTree>
    <p:extLst>
      <p:ext uri="{BB962C8B-B14F-4D97-AF65-F5344CB8AC3E}">
        <p14:creationId xmlns:p14="http://schemas.microsoft.com/office/powerpoint/2010/main" val="2105335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79384-A283-3B56-89AB-155019624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52B29-BEDB-9FB7-90D0-811E2AFF7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/>
              <a:t>Test game holds Squares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52C0BC-274D-3D6A-DB77-6D3D97CAD8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428" y="1378856"/>
            <a:ext cx="4702817" cy="1805215"/>
          </a:xfrm>
        </p:spPr>
      </p:pic>
    </p:spTree>
    <p:extLst>
      <p:ext uri="{BB962C8B-B14F-4D97-AF65-F5344CB8AC3E}">
        <p14:creationId xmlns:p14="http://schemas.microsoft.com/office/powerpoint/2010/main" val="1410851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0F5D6-5BF0-2DA0-063C-1FCD23F7B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4B81E-7652-3BD2-ADF0-734518D50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/>
              <a:t>Test game holds eyeball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A367DD-AC01-1B04-0419-90CEDEB52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432" y="1507743"/>
            <a:ext cx="4876568" cy="2603427"/>
          </a:xfrm>
        </p:spPr>
      </p:pic>
    </p:spTree>
    <p:extLst>
      <p:ext uri="{BB962C8B-B14F-4D97-AF65-F5344CB8AC3E}">
        <p14:creationId xmlns:p14="http://schemas.microsoft.com/office/powerpoint/2010/main" val="3603894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44E21-83F3-E6D5-0741-FBDF697B8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E0D7F-1586-9D6C-7167-73A5EDA65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/>
              <a:t>Test up moves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6015CE-80A0-2F0A-16F2-22EA7B18D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028" y="1458383"/>
            <a:ext cx="4448501" cy="3003550"/>
          </a:xfrm>
        </p:spPr>
      </p:pic>
    </p:spTree>
    <p:extLst>
      <p:ext uri="{BB962C8B-B14F-4D97-AF65-F5344CB8AC3E}">
        <p14:creationId xmlns:p14="http://schemas.microsoft.com/office/powerpoint/2010/main" val="2295318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37E47-323A-815E-1F70-5AD63A4CD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E5987-EDE5-61D2-A75D-28C55919E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/>
              <a:t>Test left moves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467DE1-B0FE-2DF4-7DAB-7D0F2891F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741" y="1384299"/>
            <a:ext cx="4396619" cy="3077633"/>
          </a:xfrm>
        </p:spPr>
      </p:pic>
    </p:spTree>
    <p:extLst>
      <p:ext uri="{BB962C8B-B14F-4D97-AF65-F5344CB8AC3E}">
        <p14:creationId xmlns:p14="http://schemas.microsoft.com/office/powerpoint/2010/main" val="1577579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B476F-9174-0CE6-7DFF-D6D8E1CF2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76E9F-B0D1-3715-0456-BDCC130EA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/>
              <a:t>Test down moves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FA2EBE-441C-2E23-4829-B9086E7006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5" y="1378797"/>
            <a:ext cx="4286548" cy="3032336"/>
          </a:xfrm>
        </p:spPr>
      </p:pic>
    </p:spTree>
    <p:extLst>
      <p:ext uri="{BB962C8B-B14F-4D97-AF65-F5344CB8AC3E}">
        <p14:creationId xmlns:p14="http://schemas.microsoft.com/office/powerpoint/2010/main" val="1015134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520FE-14E6-C9B8-5460-AE443D2D9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F04B9-66F9-050E-8DF9-E90584DED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/>
              <a:t>Test right moves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BFDFA5-6BBF-0F55-73FA-FF791D6E0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54" y="1473199"/>
            <a:ext cx="4299712" cy="2921000"/>
          </a:xfrm>
        </p:spPr>
      </p:pic>
    </p:spTree>
    <p:extLst>
      <p:ext uri="{BB962C8B-B14F-4D97-AF65-F5344CB8AC3E}">
        <p14:creationId xmlns:p14="http://schemas.microsoft.com/office/powerpoint/2010/main" val="3683498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5E3BD-236C-BD8F-07E4-40A67057D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BBAF-183C-9F94-EECB-91B4B103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/>
              <a:t>Test Diagonal moves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CB7178-F348-DD69-CD27-11C0F9CE7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527" y="1609344"/>
            <a:ext cx="4101407" cy="2808393"/>
          </a:xfrm>
        </p:spPr>
      </p:pic>
    </p:spTree>
    <p:extLst>
      <p:ext uri="{BB962C8B-B14F-4D97-AF65-F5344CB8AC3E}">
        <p14:creationId xmlns:p14="http://schemas.microsoft.com/office/powerpoint/2010/main" val="3470557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B03FA-0CF8-9ADF-F229-6C17FC600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BA63F-D412-D6EB-64BC-31AFBEFFC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/>
              <a:t>Test completing goals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3DD1DE-4765-22D0-A5CD-B36EE0699F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159" y="1414780"/>
            <a:ext cx="5150372" cy="3157220"/>
          </a:xfrm>
        </p:spPr>
      </p:pic>
    </p:spTree>
    <p:extLst>
      <p:ext uri="{BB962C8B-B14F-4D97-AF65-F5344CB8AC3E}">
        <p14:creationId xmlns:p14="http://schemas.microsoft.com/office/powerpoint/2010/main" val="3291896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99DA5-915B-D867-FA3D-46F9D689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B50F-25F8-C43F-4F91-05DD76733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/>
              <a:t>Total tests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4EA1A6D-90A5-40EA-B8FF-7427F6BAF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956" y="1471083"/>
            <a:ext cx="3382644" cy="2692652"/>
          </a:xfrm>
        </p:spPr>
      </p:pic>
    </p:spTree>
    <p:extLst>
      <p:ext uri="{BB962C8B-B14F-4D97-AF65-F5344CB8AC3E}">
        <p14:creationId xmlns:p14="http://schemas.microsoft.com/office/powerpoint/2010/main" val="1234895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395B5-1ED1-78E0-C3BE-7CF06424E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B13F9-CE44-C078-4BEC-04BF764F6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US" sz="4400" dirty="0"/>
              <a:t>Expected marks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494463-4DD9-D276-6934-EF7654FA3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4435" y="1421151"/>
            <a:ext cx="3944832" cy="200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740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550AE69-AC86-4188-83E5-A856C4F1D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4CA156-2C9D-4F0C-B229-88D8B5E17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7361ED3-EBE5-4EFC-8DA3-D0CE4BF2F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Z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5105087-7F16-4C94-837C-C45445116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F2F3467-E50F-4A91-B27D-E324936A6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NZ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678BE03-AC84-4940-A7FD-5B143FE2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NZ"/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0E2D3DCD-4716-40AA-90C0-6F2F9F116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7620" y="-1"/>
            <a:ext cx="1220724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9" name="Picture 28" descr="Hand placing stars">
            <a:extLst>
              <a:ext uri="{FF2B5EF4-FFF2-40B4-BE49-F238E27FC236}">
                <a16:creationId xmlns:a16="http://schemas.microsoft.com/office/drawing/2014/main" id="{6E7A8DB1-021E-8FA8-A611-A97495B676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5730"/>
          <a:stretch/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037BACED-9574-4AAE-9D04-510030835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57366"/>
            <a:ext cx="12192000" cy="2610465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EBC399-0747-FD9E-BE50-A88089F41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55692"/>
            <a:ext cx="9085940" cy="14722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520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Thank you for watching and give me feedbacks!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08BC01-A289-44B6-9133-2814052F9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111496"/>
            <a:ext cx="1080904" cy="1080902"/>
            <a:chOff x="9685338" y="4460675"/>
            <a:chExt cx="1080904" cy="1080902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9CD65F9-B9FF-4981-AB43-F25748584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82EC907-6C80-4890-9ECB-3019DBC4D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59607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</TotalTime>
  <Words>57</Words>
  <Application>Microsoft Office PowerPoint</Application>
  <PresentationFormat>Widescreen</PresentationFormat>
  <Paragraphs>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Rockwell</vt:lpstr>
      <vt:lpstr>Rockwell Condensed</vt:lpstr>
      <vt:lpstr>Rockwell Extra Bold</vt:lpstr>
      <vt:lpstr>Wingdings</vt:lpstr>
      <vt:lpstr>Wood Type</vt:lpstr>
      <vt:lpstr>Assignment 2 </vt:lpstr>
      <vt:lpstr>Uml Class diagram</vt:lpstr>
      <vt:lpstr>Test game holds levels</vt:lpstr>
      <vt:lpstr>Test Levels holds Goals</vt:lpstr>
      <vt:lpstr>Test game holds Squares</vt:lpstr>
      <vt:lpstr>Test game holds eyeball</vt:lpstr>
      <vt:lpstr>Test up moves</vt:lpstr>
      <vt:lpstr>Test left moves</vt:lpstr>
      <vt:lpstr>Test down moves</vt:lpstr>
      <vt:lpstr>Test right moves</vt:lpstr>
      <vt:lpstr>Test Diagonal moves</vt:lpstr>
      <vt:lpstr>Test completing goals</vt:lpstr>
      <vt:lpstr>Total tests</vt:lpstr>
      <vt:lpstr>Expected marks</vt:lpstr>
      <vt:lpstr>Thank you for watching and give me feedbacks!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Huy Nguyen [ngn0047]</dc:creator>
  <cp:lastModifiedBy>Huy Nguyen [ngn0047]</cp:lastModifiedBy>
  <cp:revision>1</cp:revision>
  <dcterms:created xsi:type="dcterms:W3CDTF">2025-03-31T08:09:57Z</dcterms:created>
  <dcterms:modified xsi:type="dcterms:W3CDTF">2025-04-02T08:52:56Z</dcterms:modified>
</cp:coreProperties>
</file>